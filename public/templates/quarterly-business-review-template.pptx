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NAM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/Users/phylsion/Desktop/nam-tools/public/images/branding/logo-fu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2026-05-22T15:20:33Z</dcterms:created>
  <dcterms:modified xsi:type="dcterms:W3CDTF">2026-05-22T15:20:33Z</dcterms:modified>
</cp:coreProperties>
</file>