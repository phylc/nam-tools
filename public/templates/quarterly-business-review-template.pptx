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Q3 Quarterly Business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+6.8%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+3.2pts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distribution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£420k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 RSV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KPI scorecard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kpi scorecard.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Sales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sales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and range updates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and range updates.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Wins and challenges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wins and challenges.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activity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activity.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quarter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quarter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 Quarterly Business Review</dc:title>
  <dc:subject>Quarterly Business Review editable template</dc:subject>
  <dc:creator>APT Account Planning Tools</dc:creator>
  <cp:lastModifiedBy>APT Account Planning Tools</cp:lastModifiedBy>
  <cp:revision>1</cp:revision>
  <dcterms:created xsi:type="dcterms:W3CDTF">2026-06-14T12:33:56Z</dcterms:created>
  <dcterms:modified xsi:type="dcterms:W3CDTF">2026-06-14T12:33:56Z</dcterms:modified>
</cp:coreProperties>
</file>