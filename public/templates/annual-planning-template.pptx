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Planning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Foods x Eastmere Retail Group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8" name="Image 1" descr="AP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0352"/>
            <a:ext cx="1353312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Planning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1627632"/>
            <a:ext cx="5806440" cy="10424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FY27 Annual Account Plan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03504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Eastmere Retail Group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with editable fictional data for account and commercial planning.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100584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18120" y="1298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deck starter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as a practical customer-facing first draft. Replace the example data, narrative and actions with your own account plan.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+8.0%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 target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1460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£2.4m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48056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0857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sprints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Planning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Foods x Eastmere Retail Group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FY review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Eastmere Retail Group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Foundry Foods has a credible growth story for Eastmere Retail Group,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082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767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453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139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fy review.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Planning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Foods x Eastmere Retail Group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objectives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Eastmere Retail Group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Foundry Foods has a credible growth story for Eastmere Retail Group,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158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844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529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15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strategic objectives.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Planning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Foods x Eastmere Retail Group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Annual targets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Eastmere Retail Group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Foundry Foods has a credible growth story for Eastmere Retail Group,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234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20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06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91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annual targets.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Planning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Foods x Eastmere Retail Group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Investment priorities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Eastmere Retail Group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Foundry Foods has a credible growth story for Eastmere Retail Group,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10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96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82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368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investment priorities.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Planning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Foods x Eastmere Retail Group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roadmap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Eastmere Retail Group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Foundry Foods has a credible growth story for Eastmere Retail Group,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86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072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758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444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quarterly roadmap.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Planning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Foods x Eastmere Retail Group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areas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Eastmere Retail Group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Foundry Foods has a credible growth story for Eastmere Retail Group,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463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148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834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20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risk areas.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Annual Account Plan</dc:title>
  <dc:subject>Annual Planning editable template</dc:subject>
  <dc:creator>APT Account Planning Tools</dc:creator>
  <cp:lastModifiedBy>APT Account Planning Tools</cp:lastModifiedBy>
  <cp:revision>1</cp:revision>
  <dcterms:created xsi:type="dcterms:W3CDTF">2026-08-08T16:20:37Z</dcterms:created>
  <dcterms:modified xsi:type="dcterms:W3CDTF">2026-08-08T16:20:37Z</dcterms:modified>
</cp:coreProperties>
</file>