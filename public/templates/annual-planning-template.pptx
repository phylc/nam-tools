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FY27 Annual Account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+8.0%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FY target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£2.4m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investment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sprints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FY review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fy review.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strategic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Annual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annual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Investment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investment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Quarterly roadmap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quarterly roadmap.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Annual Planning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Foods x Eastmere Retail Group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areas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Eastmere Retail Group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Foundry Foods has a credible growth story for Eastmere Retail Group,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 areas.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FY27 Annual Account Plan</dc:title>
  <dc:subject>Annual Planning editable template</dc:subject>
  <dc:creator>APT Account Planning Tools</dc:creator>
  <cp:lastModifiedBy>APT Account Planning Tools</cp:lastModifiedBy>
  <cp:revision>1</cp:revision>
  <dcterms:created xsi:type="dcterms:W3CDTF">2026-08-08T15:36:43Z</dcterms:created>
  <dcterms:modified xsi:type="dcterms:W3CDTF">2026-08-08T15:36:43Z</dcterms:modified>
</cp:coreProperties>
</file>