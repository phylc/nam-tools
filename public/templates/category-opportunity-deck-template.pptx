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Opportunity Deck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+5.6%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growth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£3.1m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white space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9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stores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Shopper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shopper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White space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white space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benchmarking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benchmarking.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Opportunity sizing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opportunity sizing.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Category Opportunity Deck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Meridian Home x Crownfield Superstores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Crownfield Superstores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Meridian Home has a credible growth story for Crownfield Superstores,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Opportunity Deck</dc:title>
  <dc:subject>Category Opportunity Deck editable template</dc:subject>
  <dc:creator>APT Account Planning Tools</dc:creator>
  <cp:lastModifiedBy>APT Account Planning Tools</cp:lastModifiedBy>
  <cp:revision>1</cp:revision>
  <dcterms:created xsi:type="dcterms:W3CDTF">2026-08-09T09:41:07Z</dcterms:created>
  <dcterms:modified xsi:type="dcterms:W3CDTF">2026-08-09T09:41:07Z</dcterms:modified>
</cp:coreProperties>
</file>