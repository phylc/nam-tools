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Opportunity Deck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Meridian Home x Crownfield Superstores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8" name="Image 1" descr="AP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0352"/>
            <a:ext cx="1353312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Opportunity Deck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1627632"/>
            <a:ext cx="5806440" cy="10424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Opportunity Deck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03504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Crownfield Superstores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with editable fictional data for account and commercial planning.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100584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18120" y="1298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deck starter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as a practical customer-facing first draft. Replace the example data, narrative and actions with your own account plan.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+5.6%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growth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1460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£3.1m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space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48056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0857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stores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Opportunity Deck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Meridian Home x Crownfield Superstores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performance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Crownfield Superstores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Meridian Home has a credible growth story for Crownfield Superstores,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082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767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453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139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category performance.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Opportunity Deck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Meridian Home x Crownfield Superstores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Shopper trends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Crownfield Superstores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Meridian Home has a credible growth story for Crownfield Superstores,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158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844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529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15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shopper trends.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Opportunity Deck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Meridian Home x Crownfield Superstores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White space opportunities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Crownfield Superstores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Meridian Home has a credible growth story for Crownfield Superstores,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234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20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06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91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white space opportunities.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Opportunity Deck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Meridian Home x Crownfield Superstores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Competitor benchmarking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Crownfield Superstores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Meridian Home has a credible growth story for Crownfield Superstores,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10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96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82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368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competitor benchmarking.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Opportunity Deck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Meridian Home x Crownfield Superstores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Opportunity sizing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Crownfield Superstores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Meridian Home has a credible growth story for Crownfield Superstores,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86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072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758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444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opportunity sizing.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Opportunity Deck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Meridian Home x Crownfield Superstores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Crownfield Superstores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Meridian Home has a credible growth story for Crownfield Superstores,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463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148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834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20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recommendations.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Category Opportunity Deck</dc:title>
  <dc:subject>Category Opportunity Deck editable template</dc:subject>
  <dc:creator>APT Account Planning Tools</dc:creator>
  <cp:lastModifiedBy>APT Account Planning Tools</cp:lastModifiedBy>
  <cp:revision>1</cp:revision>
  <dcterms:created xsi:type="dcterms:W3CDTF">2026-08-08T14:37:58Z</dcterms:created>
  <dcterms:modified xsi:type="dcterms:W3CDTF">2026-08-08T14:37:58Z</dcterms:modified>
</cp:coreProperties>
</file>