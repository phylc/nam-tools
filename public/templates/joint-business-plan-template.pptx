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Business Plan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Orchard &amp; Co x Northstar Retail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109728"/>
            <a:ext cx="12191695" cy="67482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pic>
        <p:nvPicPr>
          <p:cNvPr id="8" name="Image 1" descr="AP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30352"/>
            <a:ext cx="1353312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23444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Business Plan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66928" y="1627632"/>
            <a:ext cx="5806440" cy="10424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2026 Joint Business Plan</a:t>
            </a:r>
            <a:endParaRPr lang="en-US" sz="3300" dirty="0"/>
          </a:p>
        </p:txBody>
      </p:sp>
      <p:sp>
        <p:nvSpPr>
          <p:cNvPr id="11" name="Text 7"/>
          <p:cNvSpPr/>
          <p:nvPr/>
        </p:nvSpPr>
        <p:spPr>
          <a:xfrm>
            <a:off x="603504" y="2816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Retail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with editable fictional data for account and commercial planning.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98080" y="100584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18120" y="12984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deck starter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818120" y="17830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slides as a practical customer-facing first draft. Replace the example data, narrative and actions with your own account plan.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665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+9.4%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7665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sales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51460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4261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9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+£1.8m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64261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RSV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48056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0857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0857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pillars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Business Plan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Orchard &amp; Co x Northstar Retail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Retail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Orchard &amp; Co has a credible growth story for Northstar Retail,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082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767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453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139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executive summary.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Business Plan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Orchard &amp; Co x Northstar Retail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objectives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Retail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Orchard &amp; Co has a credible growth story for Northstar Retail,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158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844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529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15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customer objectives.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Business Plan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Orchard &amp; Co x Northstar Retail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performance overview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Retail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Orchard &amp; Co has a credible growth story for Northstar Retail,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234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20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06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91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business performance overview.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Business Plan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Orchard &amp; Co x Northstar Retail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 trends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Retail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Orchard &amp; Co has a credible growth story for Northstar Retail,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10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96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82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368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category trends.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Business Plan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Orchard &amp; Co x Northstar Retail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 pillars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Retail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Orchard &amp; Co has a credible growth story for Northstar Retail,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£4.6m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86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072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758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444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growth pillars.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Business Plan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Orchard &amp; Co x Northstar Retail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Innovation pipeline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Retail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Orchard &amp; Co has a credible growth story for Northstar Retail,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463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148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834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520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innovation pipeline.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Business Plan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Orchard &amp; Co x Northstar Retail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Promotional strategy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Retail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Orchard &amp; Co has a credible growth story for Northstar Retail,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539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225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910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596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promotional strategy.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Business Plan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Orchard &amp; Co x Northstar Retail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Financial targets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Retail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Orchard &amp; Co has a credible growth story for Northstar Retail,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615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301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987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672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financial targets.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Business Plan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Orchard &amp; Co x Northstar Retail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and opportunities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Retail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Orchard &amp; Co has a credible growth story for Northstar Retail,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£5.6m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3.6m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691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377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3063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749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risks and opportunities.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Business Plan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Orchard &amp; Co x Northstar Retail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 and action plan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Retail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Orchard &amp; Co has a credible growth story for Northstar Retail,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92%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767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453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3139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825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next steps and action plan.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Joint Business Plan</dc:title>
  <dc:subject>Joint Business Plan editable template</dc:subject>
  <dc:creator>APT Account Planning Tools</dc:creator>
  <cp:lastModifiedBy>APT Account Planning Tools</cp:lastModifiedBy>
  <cp:revision>1</cp:revision>
  <dcterms:created xsi:type="dcterms:W3CDTF">2026-08-10T09:34:08Z</dcterms:created>
  <dcterms:modified xsi:type="dcterms:W3CDTF">2026-08-10T09:34:08Z</dcterms:modified>
</cp:coreProperties>
</file>