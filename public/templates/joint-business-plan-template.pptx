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2026 Joint Business Plan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+9.4%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net sales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+£1.8m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growth pillars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executive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Customer objectives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customer objectives.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Business performance overview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business performance overview.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Category trends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category trends.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Growth pillars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growth pillars.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Innovation pipeline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innovation pipeline.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Promotional strategy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promotional strategy.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Financial targets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financial targets.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Risks and opportunities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risks and opportunities.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Joint Business Plan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Orchard &amp; Co x Northstar Retail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steps and action plan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Northstar Retail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Orchard &amp; Co has a credible growth story for Northstar Retail,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767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453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139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825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steps and action plan.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Joint Business Plan</dc:title>
  <dc:subject>Joint Business Plan editable template</dc:subject>
  <dc:creator>APT Account Planning Tools</dc:creator>
  <cp:lastModifiedBy>APT Account Planning Tools</cp:lastModifiedBy>
  <cp:revision>1</cp:revision>
  <dcterms:created xsi:type="dcterms:W3CDTF">2026-08-10T12:46:23Z</dcterms:created>
  <dcterms:modified xsi:type="dcterms:W3CDTF">2026-08-10T12:46:23Z</dcterms:modified>
</cp:coreProperties>
</file>