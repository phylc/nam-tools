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Range Review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+11%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 gap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SKUs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£920k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space upside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range overview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current range overview.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SKU productivity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sku productivity.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Distribution gaps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distribution gaps.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Rate of sale analysis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rate of sale analysis.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trends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category trends.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Rationalisation opportunities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rationalisation opportunities.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Innovation recommendations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innovation recommendations.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Review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Cedar Pantry x Market Lane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actions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Lane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Cedar Pantry has a credible growth story for Market Lane,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15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01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87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672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recommended actions.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Core Range Review</dc:title>
  <dc:subject>Range Review editable template</dc:subject>
  <dc:creator>APT Account Planning Tools</dc:creator>
  <cp:lastModifiedBy>APT Account Planning Tools</cp:lastModifiedBy>
  <cp:revision>1</cp:revision>
  <dcterms:created xsi:type="dcterms:W3CDTF">2026-08-08T15:09:22Z</dcterms:created>
  <dcterms:modified xsi:type="dcterms:W3CDTF">2026-08-08T15:09:22Z</dcterms:modified>
</cp:coreProperties>
</file>