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Spring Multibuy Promotional Proposal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+42%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unit uplift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£186k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incremental RSV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2.7x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revenue ROI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Proposal summary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proposal summary.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Promotional mechanic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promotional mechanic.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Commercial rationale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commercial rationale.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Forecast uplift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forecast uplift.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ROI assumptions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roi assumptions.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Retailer benefit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retailer benefit.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Support requested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support requested.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Recommendation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recommendation.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Spring Multibuy Promotional Proposal</dc:title>
  <dc:subject>Promotional Proposal editable template</dc:subject>
  <dc:creator>APT Account Planning Tools</dc:creator>
  <cp:lastModifiedBy>APT Account Planning Tools</cp:lastModifiedBy>
  <cp:revision>1</cp:revision>
  <dcterms:created xsi:type="dcterms:W3CDTF">2026-08-08T14:17:01Z</dcterms:created>
  <dcterms:modified xsi:type="dcterms:W3CDTF">2026-08-08T14:17:01Z</dcterms:modified>
</cp:coreProperties>
</file>