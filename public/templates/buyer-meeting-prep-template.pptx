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Drinks x Greenbridge Convenience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8" name="Image 1" descr="AP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0352"/>
            <a:ext cx="1353312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1627632"/>
            <a:ext cx="5806440" cy="10424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 Meeting Prep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03504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Greenbridge Convenience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with editable fictional data for account and commercial planning.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100584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18120" y="1298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deck starter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as a practical customer-facing first draft. Replace the example data, narrative and actions with your own account plan.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needed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1460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points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48056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0857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options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Drinks x Greenbridge Convenience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objective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Greenbridge Convenience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Pioneer Drinks has a credible growth story for Greenbridge Convenience,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082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767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453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139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meeting objective.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Drinks x Greenbridge Convenience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 priorities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Greenbridge Convenience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Pioneer Drinks has a credible growth story for Greenbridge Convenience,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158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844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529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15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buyer priorities.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Drinks x Greenbridge Convenience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talking points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Greenbridge Convenience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Pioneer Drinks has a credible growth story for Greenbridge Convenience,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234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20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06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91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key talking points.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Drinks x Greenbridge Convenience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Objection handling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Greenbridge Convenience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Pioneer Drinks has a credible growth story for Greenbridge Convenience,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10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96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82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368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objection handling.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Drinks x Greenbridge Convenience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data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Greenbridge Convenience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Pioneer Drinks has a credible growth story for Greenbridge Convenience,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86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072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758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444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supporting data.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Drinks x Greenbridge Convenience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Desired outcome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Greenbridge Convenience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Pioneer Drinks has a credible growth story for Greenbridge Convenience,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463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148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834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20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desired outcome.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Meeting Prep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 Drinks x Greenbridge Convenience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actions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Greenbridge Convenience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Pioneer Drinks has a credible growth story for Greenbridge Convenience,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539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225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10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96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follow-up actions.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Buyer Meeting Prep</dc:title>
  <dc:subject>Buyer Meeting Prep editable template</dc:subject>
  <dc:creator>APT Account Planning Tools</dc:creator>
  <cp:lastModifiedBy>APT Account Planning Tools</cp:lastModifiedBy>
  <cp:revision>1</cp:revision>
  <dcterms:created xsi:type="dcterms:W3CDTF">2026-08-09T09:55:06Z</dcterms:created>
  <dcterms:modified xsi:type="dcterms:W3CDTF">2026-08-09T09:55:06Z</dcterms:modified>
</cp:coreProperties>
</file>