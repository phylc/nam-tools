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Buyer Meeting Prep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 needed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proof points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fallback options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Meeting objective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meeting objective.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Buyer priorities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buyer priorities.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Key talking points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key talking points.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Objection handling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objection handling.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Supporting data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supporting data.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Desired outcome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desired outcome.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Follow-up actions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follow-up actions.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Buyer Meeting Prep</dc:title>
  <dc:subject>Buyer Meeting Prep editable template</dc:subject>
  <dc:creator>APT Account Planning Tools</dc:creator>
  <cp:lastModifiedBy>APT Account Planning Tools</cp:lastModifiedBy>
  <cp:revision>1</cp:revision>
  <dcterms:created xsi:type="dcterms:W3CDTF">2026-08-08T16:20:37Z</dcterms:created>
  <dcterms:modified xsi:type="dcterms:W3CDTF">2026-08-08T16:20:37Z</dcterms:modified>
</cp:coreProperties>
</file>