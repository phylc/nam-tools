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 Product Launch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Luma Health x Northbank Pharmacy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0" y="109728"/>
            <a:ext cx="12191695" cy="6748272"/>
          </a:xfrm>
          <a:prstGeom prst="rect">
            <a:avLst/>
          </a:prstGeom>
          <a:solidFill>
            <a:srgbClr val="F7FAF9"/>
          </a:solidFill>
          <a:ln w="12700">
            <a:solidFill>
              <a:srgbClr val="F7FAF9"/>
            </a:solidFill>
            <a:prstDash val="solid"/>
          </a:ln>
        </p:spPr>
      </p:sp>
      <p:pic>
        <p:nvPicPr>
          <p:cNvPr id="8" name="Image 1" descr="APT lo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530352"/>
            <a:ext cx="1353312" cy="41148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94360" y="1234440"/>
            <a:ext cx="4206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 Product Launch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566928" y="1627632"/>
            <a:ext cx="5806440" cy="104241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3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New Product Launch Sell-In</a:t>
            </a:r>
            <a:endParaRPr lang="en-US" sz="3300" dirty="0"/>
          </a:p>
        </p:txBody>
      </p:sp>
      <p:sp>
        <p:nvSpPr>
          <p:cNvPr id="11" name="Text 7"/>
          <p:cNvSpPr/>
          <p:nvPr/>
        </p:nvSpPr>
        <p:spPr>
          <a:xfrm>
            <a:off x="603504" y="2816352"/>
            <a:ext cx="53035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Northbank Pharmacy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Prepared with editable fictional data for account and commercial planning.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7498080" y="1005840"/>
            <a:ext cx="3611880" cy="4160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7818120" y="129844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Editable deck starter</a:t>
            </a:r>
            <a:endParaRPr lang="en-US" sz="1900" dirty="0"/>
          </a:p>
        </p:txBody>
      </p:sp>
      <p:sp>
        <p:nvSpPr>
          <p:cNvPr id="14" name="Text 10"/>
          <p:cNvSpPr/>
          <p:nvPr/>
        </p:nvSpPr>
        <p:spPr>
          <a:xfrm>
            <a:off x="7818120" y="1783080"/>
            <a:ext cx="2834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these slides as a practical customer-facing first draft. Replace the example data, narrative and actions with your own account plan.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54864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67665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£1.2m</a:t>
            </a:r>
            <a:endParaRPr lang="en-US" sz="1500" dirty="0"/>
          </a:p>
        </p:txBody>
      </p:sp>
      <p:sp>
        <p:nvSpPr>
          <p:cNvPr id="17" name="Text 13"/>
          <p:cNvSpPr/>
          <p:nvPr/>
        </p:nvSpPr>
        <p:spPr>
          <a:xfrm>
            <a:off x="67665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year-one RSV</a:t>
            </a:r>
            <a:endParaRPr lang="en-US" sz="750" dirty="0"/>
          </a:p>
        </p:txBody>
      </p:sp>
      <p:sp>
        <p:nvSpPr>
          <p:cNvPr id="18" name="Shape 14"/>
          <p:cNvSpPr/>
          <p:nvPr/>
        </p:nvSpPr>
        <p:spPr>
          <a:xfrm>
            <a:off x="251460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264261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894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58%</a:t>
            </a:r>
            <a:endParaRPr lang="en-US" sz="1500" dirty="0"/>
          </a:p>
        </p:txBody>
      </p:sp>
      <p:sp>
        <p:nvSpPr>
          <p:cNvPr id="20" name="Text 16"/>
          <p:cNvSpPr/>
          <p:nvPr/>
        </p:nvSpPr>
        <p:spPr>
          <a:xfrm>
            <a:off x="264261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purchase intent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448056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460857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18-week</a:t>
            </a:r>
            <a:endParaRPr lang="en-US" sz="1500" dirty="0"/>
          </a:p>
        </p:txBody>
      </p:sp>
      <p:sp>
        <p:nvSpPr>
          <p:cNvPr id="23" name="Text 19"/>
          <p:cNvSpPr/>
          <p:nvPr/>
        </p:nvSpPr>
        <p:spPr>
          <a:xfrm>
            <a:off x="460857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launch plan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 Product Launch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Luma Health x Northbank Pharmacy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Launch overview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Northbank Pharmacy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Luma Health has a credible growth story for Northbank Pharmacy,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082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767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453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139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launch overview.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 Product Launch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Luma Health x Northbank Pharmacy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Consumer insight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Northbank Pharmacy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Luma Health has a credible growth story for Northbank Pharmacy,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84%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158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844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529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15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consumer insight.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 Product Launch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Luma Health x Northbank Pharmacy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Market opportunity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Northbank Pharmacy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Luma Health has a credible growth story for Northbank Pharmacy,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234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20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06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91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market opportunity.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 Product Launch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Luma Health x Northbank Pharmacy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Product proposition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Northbank Pharmacy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Luma Health has a credible growth story for Northbank Pharmacy,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10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96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82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368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product proposition.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 Product Launch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Luma Health x Northbank Pharmacy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Forecast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Northbank Pharmacy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Luma Health has a credible growth story for Northbank Pharmacy,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86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072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758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444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forecast.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 Product Launch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Luma Health x Northbank Pharmacy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Activation plan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Northbank Pharmacy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Luma Health has a credible growth story for Northbank Pharmacy,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463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148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834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20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activation plan.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 Product Launch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Luma Health x Northbank Pharmacy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Launch timeline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Northbank Pharmacy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Luma Health has a credible growth story for Northbank Pharmacy,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539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225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10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96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launch timeline.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 Product Launch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Luma Health x Northbank Pharmacy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Commercial ask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Northbank Pharmacy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Luma Health has a credible growth story for Northbank Pharmacy,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35.0%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82%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90%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615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301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87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672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commercial ask.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APT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New Product Launch Sell-In</dc:title>
  <dc:subject>New Product Launch editable template</dc:subject>
  <dc:creator>APT Account Planning Tools</dc:creator>
  <cp:lastModifiedBy>APT Account Planning Tools</cp:lastModifiedBy>
  <cp:revision>1</cp:revision>
  <dcterms:created xsi:type="dcterms:W3CDTF">2026-06-15T17:31:29Z</dcterms:created>
  <dcterms:modified xsi:type="dcterms:W3CDTF">2026-06-15T17:31:29Z</dcterms:modified>
</cp:coreProperties>
</file>