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New Product Launch Sell-In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£1.2m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year-one 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58%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purchase intent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18-week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plan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Consumer insight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consumer insight.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 opportunity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market opportunity.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 proposition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product proposition.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Activation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activation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timeline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timeline.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Product Launch Sell-In</dc:title>
  <dc:subject>New Product Launch editable template</dc:subject>
  <dc:creator>APT Account Planning Tools</dc:creator>
  <cp:lastModifiedBy>APT Account Planning Tools</cp:lastModifiedBy>
  <cp:revision>1</cp:revision>
  <dcterms:created xsi:type="dcterms:W3CDTF">2026-06-15T18:11:57Z</dcterms:created>
  <dcterms:modified xsi:type="dcterms:W3CDTF">2026-06-15T18:11:57Z</dcterms:modified>
</cp:coreProperties>
</file>